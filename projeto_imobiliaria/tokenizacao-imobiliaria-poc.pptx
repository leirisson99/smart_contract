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834640"/>
            <a:ext cx="2286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Tokenização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Imobiliária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nova forma de investir em imóveis usando blockchain e smart contracts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Documento de Validação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2918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417320"/>
            <a:ext cx="731520" cy="731520"/>
          </a:xfrm>
          <a:prstGeom prst="ellipse">
            <a:avLst/>
          </a:prstGeom>
          <a:solidFill>
            <a:srgbClr val="E74C3C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08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Acesso restrito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um imóvel exige centenas de milhares de reais. O investimento imobiliário é privilégio de poucos.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234440"/>
            <a:ext cx="2651760" cy="32918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417320"/>
            <a:ext cx="731520" cy="731520"/>
          </a:xfrm>
          <a:prstGeom prst="ellipse">
            <a:avLst/>
          </a:prstGeom>
          <a:solidFill>
            <a:srgbClr val="F39C12">
              <a:alpha val="85000"/>
            </a:srgbClr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08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Baixa liquidez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8328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um imóvel leva meses. O investidor fica preso ao ativo sem poder sair quando precisa.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234440"/>
            <a:ext cx="2651760" cy="32918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1417320"/>
            <a:ext cx="731520" cy="731520"/>
          </a:xfrm>
          <a:prstGeom prst="ellipse">
            <a:avLst/>
          </a:prstGeom>
          <a:solidFill>
            <a:srgbClr val="1C7293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087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 burocracia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Cartório, escritura, ITBI, intermediários. O processo é caro, lento e cheio de fricção.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" y="4636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qualquer pessoa pudesse investir em um prédio com o valor que couber no bolso?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86000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50876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50876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1168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01168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201168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1460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51460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251460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1752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301752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301752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52044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352044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3520440"/>
            <a:ext cx="365760" cy="320040"/>
          </a:xfrm>
          <a:prstGeom prst="rect">
            <a:avLst/>
          </a:prstGeom>
          <a:solidFill>
            <a:srgbClr val="F2C94C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51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71800" y="2606040"/>
            <a:ext cx="7315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331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÷ 1.000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697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128016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12801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57800" y="128016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2801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128016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801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43800" y="128016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27AE60">
              <a:alpha val="4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12801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14884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21488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57800" y="214884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21488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214884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1488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43800" y="214884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27AE60">
              <a:alpha val="4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21488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301752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301752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57800" y="301752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301752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0" y="301752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01752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43800" y="301752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27AE60">
              <a:alpha val="4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301752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0" y="38862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388620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7800" y="38862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388620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0" y="38862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88620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543800" y="38862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27AE60">
              <a:alpha val="4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43800" y="388620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148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tokens digitais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= R$ 10.000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617720"/>
            <a:ext cx="914400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token é um smart contract no blockchain — prova de propriedade + rendimentos automáticos + negociação livre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— Jornada do Investidor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64208" y="1719072"/>
            <a:ext cx="347472" cy="36576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3716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1417320" cy="2468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31720"/>
            <a:ext cx="14173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KYC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1234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conta na plataforma e confirma identidade (CPF, documento)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719072"/>
            <a:ext cx="347472" cy="36576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9424" y="137160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993392" y="2331720"/>
            <a:ext cx="1417320" cy="2468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2331720"/>
            <a:ext cx="141732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24231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Carteira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3108960"/>
            <a:ext cx="1234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criada automaticamente — sem conhecimento técnico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02352" y="1719072"/>
            <a:ext cx="347472" cy="36576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68496" y="137160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68496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712464" y="2331720"/>
            <a:ext cx="1417320" cy="2468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2331720"/>
            <a:ext cx="14173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24231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Imóvel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03904" y="3108960"/>
            <a:ext cx="1234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o prédio, rendimento estimado e compra as cotas desejadas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21424" y="1719072"/>
            <a:ext cx="347472" cy="36576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87568" y="1371600"/>
            <a:ext cx="822960" cy="8229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31536" y="2331720"/>
            <a:ext cx="1417320" cy="2468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31536" y="2331720"/>
            <a:ext cx="14173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22976" y="24231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Carteira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22976" y="3108960"/>
            <a:ext cx="1234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chega instantaneamente — prova digital de propriedade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137160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150608" y="2331720"/>
            <a:ext cx="1417320" cy="2468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50608" y="2331720"/>
            <a:ext cx="141732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24231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Rendimentos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42048" y="3108960"/>
            <a:ext cx="1234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Aluguel distribuído automaticamente pelo smart contract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Negócio — Como a Imobiliária Ganha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2024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192024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2–5%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Taxa de emissão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423160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Cobrada no lançamento sobre valor total do imóvel tokenizado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2024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234440"/>
            <a:ext cx="19202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0.5–2%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Taxa de transação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423160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em cada compra/venda de cota no mercado secundário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92024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234440"/>
            <a:ext cx="19202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8–12%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7448" y="2423160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física do imóvel: inquilinos, manutenção e contratos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192024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234440"/>
            <a:ext cx="19202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2423160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escala com novos imóveis e parcerias sem custo marginal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prédio de R$ 10M → até R$ 500k na emissão + receita recorrente de transações e administração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Estratégica — SWOT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12801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5544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Democratização do investimento imobiliário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Liquidez: cotas negociáveis a qualquer hora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Rendimentos automáticos via smart contract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 pelo blockchain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143000"/>
            <a:ext cx="128016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FRAQUEZAS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18888" y="15544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CVM exige estruturação jurídica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inicial de auditoria e SPE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secundário depende de volume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Letramento cripto ainda baixo no Brasil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1280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4290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de RWA em explosão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regulatório cripto Lei 14.478/22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 por FIIs e ativos alternativos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exchanges nacionais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017520"/>
            <a:ext cx="128016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17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34290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de FIIs e plataformas consolidadas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negativa do setor cripto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 em smart contracts mal auditados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regulatória pode travar projeto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da POC — 16 Semanas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7863840" cy="45720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0848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1783080" cy="21945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743200"/>
            <a:ext cx="17830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Jurídica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47472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da SPE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 CVM 588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 cripto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2084832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166420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3–6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79192" y="2743200"/>
            <a:ext cx="1783080" cy="21945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79192" y="2743200"/>
            <a:ext cx="17830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28346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47472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ERC-1400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Polygon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segurança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12664" y="20848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9744" y="166420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5–10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64024" y="2743200"/>
            <a:ext cx="1783080" cy="21945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64024" y="2743200"/>
            <a:ext cx="178308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8346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47472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KYC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do imóvel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do investidor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97496" y="2084832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94576" y="166420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9–16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48856" y="2743200"/>
            <a:ext cx="1783080" cy="21945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48856" y="2743200"/>
            <a:ext cx="17830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28346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12864" y="347472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imóvel, 20 investidores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ciclos de aluguel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completa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 — O que Precisamos Validar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06040" cy="35204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6060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234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Imóvel e estrutura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774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imóvel piloto já está disponível?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tem inquilino ou contrato de aluguel?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apetite para constituir a SPE agora?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606040" cy="35204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234440"/>
            <a:ext cx="2606040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234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 na POC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3774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orçamento disponível para os 4 meses?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há 20 investidores qualificados mapeados?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equipe técnica interna ou precisamos contratar?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234440"/>
            <a:ext cx="2606040" cy="35204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234440"/>
            <a:ext cx="260604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1234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de longo prazo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3774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uma plataforma própria ou licenciar?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interesse em outros imóveis após a POC?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tamanho de carteira que se imagina em 3 anos?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resposta a essas perguntas define o tamanho e o cronograma exato da POC.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1554480" cy="51435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0"/>
            <a:ext cx="32004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futuro do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 imobiliário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começa aqui.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tecnologia está pronta. O mercado está aquecido.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passo é seu.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Documento de Validação Estratégica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Tokenização Imobiliária — POC</dc:title>
  <dc:subject>PptxGenJS Presentation</dc:subject>
  <dc:creator>PptxGenJS</dc:creator>
  <cp:lastModifiedBy>PptxGenJS</cp:lastModifiedBy>
  <cp:revision>1</cp:revision>
  <dcterms:created xsi:type="dcterms:W3CDTF">2026-05-27T20:06:22Z</dcterms:created>
  <dcterms:modified xsi:type="dcterms:W3CDTF">2026-05-27T20:06:22Z</dcterms:modified>
</cp:coreProperties>
</file>